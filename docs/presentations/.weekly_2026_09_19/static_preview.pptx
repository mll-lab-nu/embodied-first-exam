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本演示文稿转换自已完成的周报，不更新正在运行的工程或求解结果。三部分与 Markdown 周报一致。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  <a:p>
            <a:r>
              <a:t>reports/weekly/2026-09-19/sources.json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绿色不取消预抓取、辅助抓持或末态仍持稳等协议边界。Fiber 严格线形收敛和 Knot 完整物理资格尚未通过。</a:t>
            </a:r>
          </a:p>
          <a:p/>
          <a:p>
            <a:r>
              <a:t>来源（相对仓库根目录）：</a:t>
            </a:r>
          </a:p>
          <a:p>
            <a:r>
              <a:t>reports/weekly/2026-09-19/report.json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固定三家族 + 条件微调已接入 seed；随机动力学验收尚未闭环。</a:t>
            </a:r>
          </a:p>
          <a:p>
            <a:r>
              <a:t>384 个不同配置可复现</a:t>
            </a:r>
          </a:p>
          <a:p>
            <a:r>
              <a:t>48/48 几何；12/12 双臂规划</a:t>
            </a:r>
          </a:p>
          <a:p>
            <a:r>
              <a:t>六次代表执行均完成装配释放，严格归档仅 4/6 通过。</a:t>
            </a:r>
          </a:p>
          <a:p>
            <a:r>
              <a:t>保留 A/C 的微米级接触失败；对随机实例增加物理验收。</a:t>
            </a:r>
          </a:p>
          <a:p/>
          <a:p>
            <a:r>
              <a:t>基础装配</a:t>
            </a:r>
          </a:p>
          <a:p>
            <a:r>
              <a:t>预抓取；双指接触后辅助抓持；装配、放置、松手与静置；基础版双步长证据。</a:t>
            </a:r>
          </a:p>
          <a:p>
            <a:r>
              <a:t>cam_high: /home/jianwen/topogym/demos/cast_coil/cam_high/2026-09-17_aloha_full_cam_high.mp4</a:t>
            </a:r>
          </a:p>
          <a:p>
            <a:r>
              <a:t>cam_low: /home/jianwen/topogym/demos/cast_coil/cam_low/2026-09-17_aloha_full_cam_low.mp4</a:t>
            </a:r>
          </a:p>
          <a:p>
            <a:r>
              <a:t>cam_left_wrist: /home/jianwen/topogym/demos/cast_coil/cam_left_wrist/2026-09-17_aloha_full_cam_left_wrist.mp4</a:t>
            </a:r>
          </a:p>
          <a:p>
            <a:r>
              <a:t>cam_right_wrist: /home/jianwen/topogym/demos/cast_coil/cam_right_wrist/2026-09-17_aloha_full_cam_right_wrist.mp4</a:t>
            </a:r>
          </a:p>
          <a:p>
            <a:r>
              <a:t>front_oblique: /home/jianwen/topogym/demos/cast_coil/front_oblique/2026-09-17_aloha_full_front_oblique.mp4</a:t>
            </a:r>
          </a:p>
          <a:p/>
          <a:p>
            <a:r>
              <a:t>来源（相对仓库根目录）：</a:t>
            </a:r>
          </a:p>
          <a:p>
            <a:r>
              <a:t>docs/develop/tasks/cast_coil_seed_generator_zh.md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长行程穿齿、F2 偏心绕行、F3 转向后回退；三族各三种外形。</a:t>
            </a:r>
          </a:p>
          <a:p>
            <a:r>
              <a:t>256 seed 复现；200 次实体/边界检查；3 实例 × 2 步长通过。</a:t>
            </a:r>
          </a:p>
          <a:p>
            <a:r>
              <a:t>物理资格止于预抓取、辅助拆解后持稳；不含放桌松手。</a:t>
            </a:r>
          </a:p>
          <a:p>
            <a:r>
              <a:t>每个新实例独立验收；生成端与 agent 终态协议继续对齐。</a:t>
            </a:r>
          </a:p>
          <a:p/>
          <a:p>
            <a:r>
              <a:t>基础拆解</a:t>
            </a:r>
          </a:p>
          <a:p>
            <a:r>
              <a:t>预抓取、接触辅助；完整拆解后保持抓持；不含放桌松手。</a:t>
            </a:r>
          </a:p>
          <a:p>
            <a:r>
              <a:t>cam_high: /home/jianwen/topogym/demos/cast_keyhole/cam_high/2026-09-17_current_instance_physical_cam_high.mp4</a:t>
            </a:r>
          </a:p>
          <a:p>
            <a:r>
              <a:t>cam_low: /home/jianwen/topogym/demos/cast_keyhole/cam_low/2026-09-17_current_instance_physical_cam_low.mp4</a:t>
            </a:r>
          </a:p>
          <a:p>
            <a:r>
              <a:t>cam_left_wrist: /home/jianwen/topogym/demos/cast_keyhole/cam_left_wrist/2026-09-17_current_instance_physical_cam_left_wrist.mp4</a:t>
            </a:r>
          </a:p>
          <a:p>
            <a:r>
              <a:t>cam_right_wrist: /home/jianwen/topogym/demos/cast_keyhole/cam_right_wrist/2026-09-17_current_instance_physical_cam_right_wrist.mp4</a:t>
            </a:r>
          </a:p>
          <a:p>
            <a:r>
              <a:t>detail: /home/jianwen/topogym/demos/cast_keyhole/detail/2026-09-17_current_instance_physical_detail.mp4</a:t>
            </a:r>
          </a:p>
          <a:p/>
          <a:p>
            <a:r>
              <a:t>来源（相对仓库根目录）：</a:t>
            </a:r>
          </a:p>
          <a:p>
            <a:r>
              <a:t>docs/develop/tasks/cast_keyhole_variants_zh.md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高位 / 外侧 / 后撤接近形成三族；路线差异约 20–22 cm。</a:t>
            </a:r>
          </a:p>
          <a:p>
            <a:r>
              <a:t>256 seed 参数检查；48 项初态/折合 IK；逐实例验收入口已接通。</a:t>
            </a:r>
          </a:p>
          <a:p>
            <a:r>
              <a:t>新族只完成 2 ms 验收，未做 1 ms 复验；不能继承基础版资格。</a:t>
            </a:r>
          </a:p>
          <a:p>
            <a:r>
              <a:t>最终条件域放行 3 个实例；补齐新族半步长和稳定性验收。</a:t>
            </a:r>
          </a:p>
          <a:p/>
          <a:p>
            <a:r>
              <a:t>重力修正基础版</a:t>
            </a:r>
          </a:p>
          <a:p>
            <a:r>
              <a:t>预抓持、辅助抓持；交接、取环、自由落桌；基础版 2/1 ms 复验通过。</a:t>
            </a:r>
          </a:p>
          <a:p>
            <a:r>
              <a:t>cam_high: /home/jianwen/topogym/demos/horseshoe_ring/cam_high/2026-09-18_gravity_replanned_v1_cam_high.mp4</a:t>
            </a:r>
          </a:p>
          <a:p>
            <a:r>
              <a:t>cam_low: /home/jianwen/topogym/demos/horseshoe_ring/cam_low/2026-09-18_gravity_replanned_v1_cam_low.mp4</a:t>
            </a:r>
          </a:p>
          <a:p>
            <a:r>
              <a:t>cam_left_wrist: /home/jianwen/topogym/demos/horseshoe_ring/cam_left_wrist/2026-09-18_gravity_replanned_v1_cam_left_wrist.mp4</a:t>
            </a:r>
          </a:p>
          <a:p>
            <a:r>
              <a:t>cam_right_wrist: /home/jianwen/topogym/demos/horseshoe_ring/cam_right_wrist/2026-09-18_gravity_replanned_v1_cam_right_wrist.mp4</a:t>
            </a:r>
          </a:p>
          <a:p>
            <a:r>
              <a:t>detail: /home/jianwen/topogym/demos/horseshoe_ring/detail/2026-09-18_gravity_replanned_v1_detail.mp4</a:t>
            </a:r>
          </a:p>
          <a:p/>
          <a:p>
            <a:r>
              <a:t>来源（相对仓库根目录）：</a:t>
            </a:r>
          </a:p>
          <a:p>
            <a:r>
              <a:t>docs/develop/tasks/horseshoe_ring_variant_generator_zh.md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当前默认池：单斜窗、固定六刺侧孔、GEN 顶部钥匙孔。</a:t>
            </a:r>
          </a:p>
          <a:p>
            <a:r>
              <a:t>两种新原型完整取出/释放，两档子步通过；13 实例预检通过。</a:t>
            </a:r>
          </a:p>
          <a:p>
            <a:r>
              <a:t>随机后代尚未物理执行。侧孔与 CLASSIC 共享侧向取出策略。</a:t>
            </a:r>
          </a:p>
          <a:p>
            <a:r>
              <a:t>沿用 v2 seed 与重载接口，逐例补动力学；不混入 v3 几何预演。</a:t>
            </a:r>
          </a:p>
          <a:p/>
          <a:p>
            <a:r>
              <a:t>CLASSIC wood：agent 测试基础版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/home/jianwen/topogym/demos/hedgehog_in_cage/agentview/2026-09-16_classic_wood_extraction_agentview.mp4</a:t>
            </a:r>
          </a:p>
          <a:p>
            <a:r>
              <a:t>front_oblique: /home/jianwen/topogym/demos/hedgehog_in_cage/front_oblique/2026-09-16_classic_wood_extraction_front_oblique.mp4</a:t>
            </a:r>
          </a:p>
          <a:p>
            <a:r>
              <a:t>wrist: /home/jianwen/topogym/demos/hedgehog_in_cage/wrist/2026-09-16_classic_wood_extraction_wrist.mp4</a:t>
            </a:r>
          </a:p>
          <a:p/>
          <a:p>
            <a:r>
              <a:t>当前家族 A：单斜窗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/home/jianwen/topogym/demos/hedgehog_in_cage/agentview/2026-09-17_family_a_oblique_gate_v1_agentview.mp4</a:t>
            </a:r>
          </a:p>
          <a:p>
            <a:r>
              <a:t>front_oblique: /home/jianwen/topogym/demos/hedgehog_in_cage/front_oblique/2026-09-17_family_a_oblique_gate_v1_front_oblique.mp4</a:t>
            </a:r>
          </a:p>
          <a:p>
            <a:r>
              <a:t>wrist: /home/jianwen/topogym/demos/hedgehog_in_cage/wrist/2026-09-17_family_a_oblique_gate_v1_wrist.mp4</a:t>
            </a:r>
          </a:p>
          <a:p/>
          <a:p>
            <a:r>
              <a:t>当前家族 B：固定六刺侧孔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/home/jianwen/topogym/demos/hedgehog_in_cage/agentview/2026-09-19_fixed_side_window_v2_agentview.mp4</a:t>
            </a:r>
          </a:p>
          <a:p>
            <a:r>
              <a:t>front_oblique: /home/jianwen/topogym/demos/hedgehog_in_cage/front_oblique/2026-09-19_fixed_side_window_v2_front_oblique.mp4</a:t>
            </a:r>
          </a:p>
          <a:p>
            <a:r>
              <a:t>wrist: /home/jianwen/topogym/demos/hedgehog_in_cage/wrist/2026-09-19_fixed_side_window_v2_wrist.mp4</a:t>
            </a:r>
          </a:p>
          <a:p/>
          <a:p>
            <a:r>
              <a:t>当前家族 C：GEN 顶部钥匙孔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/home/jianwen/topogym/demos/hedgehog_in_cage/agentview/2026-09-19_gen_keyhole_v2_agentview.mp4</a:t>
            </a:r>
          </a:p>
          <a:p>
            <a:r>
              <a:t>front_oblique: /home/jianwen/topogym/demos/hedgehog_in_cage/front_oblique/2026-09-19_gen_keyhole_v2_front_oblique.mp4</a:t>
            </a:r>
          </a:p>
          <a:p>
            <a:r>
              <a:t>wrist: /home/jianwen/topogym/demos/hedgehog_in_cage/wrist/2026-09-19_gen_keyhole_v2_wrist.mp4</a:t>
            </a:r>
          </a:p>
          <a:p/>
          <a:p>
            <a:r>
              <a:t>来源（相对仓库根目录）：</a:t>
            </a:r>
          </a:p>
          <a:p>
            <a:r>
              <a:t>docs/develop/tasks/hedgehog_in_cage_zh.md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F1/F2/F3 必要回退 1/2/3 次：体现序列复杂度，尚无实测难度排序。</a:t>
            </a:r>
          </a:p>
          <a:p>
            <a:r>
              <a:t>256 seed 在最多 8 次尝试内通过几何/IK；九个 S/M/L 代表通过。</a:t>
            </a:r>
          </a:p>
          <a:p>
            <a:r>
              <a:t>99 个 seed 需要重试；新三族完整抓起、动力学和松手未验收。</a:t>
            </a:r>
          </a:p>
          <a:p>
            <a:r>
              <a:t>将已对齐的 IK 路径接到完整抓取与释放流程，再逐例验收。</a:t>
            </a:r>
          </a:p>
          <a:p/>
          <a:p>
            <a:r>
              <a:t>150 mm 两回退基础版</a:t>
            </a:r>
          </a:p>
          <a:p>
            <a:r>
              <a:t>成功物理状态重渲染；被动夹爪连杆按开合量重建；不是新的动力学执行。</a:t>
            </a:r>
          </a:p>
          <a:p>
            <a:r>
              <a:t>agentview: /home/jianwen/topogym/demos/lock_picking/agentview/2026-09-18_standard_150mm_purple_trace_v1_agentview.mp4</a:t>
            </a:r>
          </a:p>
          <a:p>
            <a:r>
              <a:t>front_oblique: /home/jianwen/topogym/demos/lock_picking/front_oblique/2026-09-18_standard_150mm_purple_trace_v1_front_oblique.mp4</a:t>
            </a:r>
          </a:p>
          <a:p>
            <a:r>
              <a:t>wrist: /home/jianwen/topogym/demos/lock_picking/wrist/2026-09-18_standard_150mm_purple_trace_v1_wrist.mp4</a:t>
            </a:r>
          </a:p>
          <a:p/>
          <a:p>
            <a:r>
              <a:t>来源（相对仓库根目录）：</a:t>
            </a:r>
          </a:p>
          <a:p>
            <a:r>
              <a:t>docs/develop/tasks/lock_picking_seed_generator_zh.md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保留稀疏 / 标准 / 密集三类；按已确认规则，不要求三种本质不同 IK。</a:t>
            </a:r>
          </a:p>
          <a:p>
            <a:r>
              <a:t>300 seed 几何、39 边界组合通过；3 随机实例短静置通过。</a:t>
            </a:r>
          </a:p>
          <a:p>
            <a:r>
              <a:t>基础 8 芯两步长均穿环成功，但严格全程线形收敛未通过。</a:t>
            </a:r>
          </a:p>
          <a:p>
            <a:r>
              <a:t>按实例检查 IK、细线禁碰、完整穿环和数值稳定性。</a:t>
            </a:r>
          </a:p>
          <a:p/>
          <a:p>
            <a:r>
              <a:t>8 芯 / R13.5 mm 基础版</a:t>
            </a:r>
          </a:p>
          <a:p>
            <a:r>
              <a:t>实际接触后辅助抓持，只抓粗护套；末态仍夹持；两步长均完成，严格线形收敛未通过。</a:t>
            </a:r>
          </a:p>
          <a:p>
            <a:r>
              <a:t>agentview: /home/jianwen/topogym/demos/fiber_bundling/agentview/2026-09-18_standard_08_r13p5mm_clean_v1_agentview.mp4</a:t>
            </a:r>
          </a:p>
          <a:p>
            <a:r>
              <a:t>front_oblique: /home/jianwen/topogym/demos/fiber_bundling/front_oblique/2026-09-18_standard_08_r13p5mm_clean_v1_front_oblique.mp4</a:t>
            </a:r>
          </a:p>
          <a:p>
            <a:r>
              <a:t>wrist: /home/jianwen/topogym/demos/fiber_bundling/wrist/2026-09-18_standard_08_r13p5mm_clean_v1_wrist.mp4</a:t>
            </a:r>
          </a:p>
          <a:p/>
          <a:p>
            <a:r>
              <a:t>来源（相对仓库根目录）：</a:t>
            </a:r>
          </a:p>
          <a:p>
            <a:r>
              <a:t>docs/develop/tasks/fiber_bundling_variant_pipeline_zh.md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本页播放 A0 原版基础 demo；B0/C0 的新增物理验收另列，不替代 A0 资格。</a:t>
            </a:r>
          </a:p>
          <a:p>
            <a:r>
              <a:t>A0 五路基础 demo 已归档；B0/C0 新原型通过完整物理复验。</a:t>
            </a:r>
          </a:p>
          <a:p>
            <a:r>
              <a:t>A0 使用理想预抓取辅助；Genesis 非凸接触资格尚未通过。</a:t>
            </a:r>
          </a:p>
          <a:p>
            <a:r>
              <a:t>发布新版本生成器，重新配对实例、IK 和物理资格。</a:t>
            </a:r>
          </a:p>
          <a:p/>
          <a:p>
            <a:r>
              <a:t>A0 原版</a:t>
            </a:r>
          </a:p>
          <a:p>
            <a:r>
              <a:t>辅助抓持全过程；原非凸接触资格限制保留；与 B0/C0 的 MuJoCo 证据分开。</a:t>
            </a:r>
          </a:p>
          <a:p>
            <a:r>
              <a:t>cam_high: /home/jianwen/topogym/demos/interlocked_claws/cam_high/2026-09-17_reference_full_v1_cam_high.mp4</a:t>
            </a:r>
          </a:p>
          <a:p>
            <a:r>
              <a:t>cam_low: /home/jianwen/topogym/demos/interlocked_claws/cam_low/2026-09-17_reference_full_v1_cam_low.mp4</a:t>
            </a:r>
          </a:p>
          <a:p>
            <a:r>
              <a:t>cam_left_wrist: /home/jianwen/topogym/demos/interlocked_claws/cam_left_wrist/2026-09-17_reference_full_v1_cam_left_wrist.mp4</a:t>
            </a:r>
          </a:p>
          <a:p>
            <a:r>
              <a:t>cam_right_wrist: /home/jianwen/topogym/demos/interlocked_claws/cam_right_wrist/2026-09-17_reference_full_v1_cam_right_wrist.mp4</a:t>
            </a:r>
          </a:p>
          <a:p>
            <a:r>
              <a:t>detail: /home/jianwen/topogym/demos/interlocked_claws/detail/2026-09-17_reference_full_v1_detail.mp4</a:t>
            </a:r>
          </a:p>
          <a:p/>
          <a:p>
            <a:r>
              <a:t>B0 螺旋冠</a:t>
            </a:r>
          </a:p>
          <a:p>
            <a:r>
              <a:t>MuJoCo；预抓持和理想焊接辅助，完整分离、落桌、松手；双步长通过。</a:t>
            </a:r>
          </a:p>
          <a:p>
            <a:r>
              <a:t>cam_high: /home/jianwen/topogym/demos/interlocked_claws/cam_high/2026-09-19_helical_crown_physical_v1_cam_high.mp4</a:t>
            </a:r>
          </a:p>
          <a:p>
            <a:r>
              <a:t>cam_low: /home/jianwen/topogym/demos/interlocked_claws/cam_low/2026-09-19_helical_crown_physical_v1_cam_low.mp4</a:t>
            </a:r>
          </a:p>
          <a:p>
            <a:r>
              <a:t>cam_left_wrist: /home/jianwen/topogym/demos/interlocked_claws/cam_left_wrist/2026-09-19_helical_crown_physical_v1_cam_left_wrist.mp4</a:t>
            </a:r>
          </a:p>
          <a:p>
            <a:r>
              <a:t>cam_right_wrist: /home/jianwen/topogym/demos/interlocked_claws/cam_right_wrist/2026-09-19_helical_crown_physical_v1_cam_right_wrist.mp4</a:t>
            </a:r>
          </a:p>
          <a:p>
            <a:r>
              <a:t>detail: /home/jianwen/topogym/demos/interlocked_claws/detail/2026-09-19_helical_crown_physical_v2_detail.mp4</a:t>
            </a:r>
          </a:p>
          <a:p/>
          <a:p>
            <a:r>
              <a:t>C0 正交双窗</a:t>
            </a:r>
          </a:p>
          <a:p>
            <a:r>
              <a:t>MuJoCo；预抓持和理想焊接辅助，完整分离、落桌、松手；双步长通过。</a:t>
            </a:r>
          </a:p>
          <a:p>
            <a:r>
              <a:t>cam_high: /home/jianwen/topogym/demos/interlocked_claws/cam_high/2026-09-19_orthogonal_gate_physical_v2_cam_high.mp4</a:t>
            </a:r>
          </a:p>
          <a:p>
            <a:r>
              <a:t>cam_low: /home/jianwen/topogym/demos/interlocked_claws/cam_low/2026-09-19_orthogonal_gate_physical_v2_cam_low.mp4</a:t>
            </a:r>
          </a:p>
          <a:p>
            <a:r>
              <a:t>cam_left_wrist: /home/jianwen/topogym/demos/interlocked_claws/cam_left_wrist/2026-09-19_orthogonal_gate_physical_v2_cam_left_wrist.mp4</a:t>
            </a:r>
          </a:p>
          <a:p>
            <a:r>
              <a:t>cam_right_wrist: /home/jianwen/topogym/demos/interlocked_claws/cam_right_wrist/2026-09-19_orthogonal_gate_physical_v2_cam_right_wrist.mp4</a:t>
            </a:r>
          </a:p>
          <a:p>
            <a:r>
              <a:t>detail: /home/jianwen/topogym/demos/interlocked_claws/detail/2026-09-19_orthogonal_gate_physical_v2_detail.mp4</a:t>
            </a:r>
          </a:p>
          <a:p/>
          <a:p>
            <a:r>
              <a:t>来源（相对仓库根目录）：</a:t>
            </a:r>
          </a:p>
          <a:p>
            <a:r>
              <a:t>docs/develop/tasks/interlocked_claws_zh.md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三叶结已有连续轨迹；八字结、双重单结已建模，连续执行仍在验证。</a:t>
            </a:r>
          </a:p>
          <a:p>
            <a:r>
              <a:t>两种新结型各有 10 s 独立静置；18 组收窄边界首段预检通过。</a:t>
            </a:r>
          </a:p>
          <a:p>
            <a:r>
              <a:t>v9 的 P3 网格收敛及通用双手交接未过；新族尚无完整成功。</a:t>
            </a:r>
          </a:p>
          <a:p>
            <a:r>
              <a:t>完成独立解结路线与释放验收；easy/medium/hard 仍是目标档。</a:t>
            </a:r>
          </a:p>
          <a:p/>
          <a:p>
            <a:r>
              <a:t>三叶结 v9</a:t>
            </a:r>
          </a:p>
          <a:p>
            <a:r>
              <a:t>连续解结、释放、静置；接触辅助；本轨迹通过，P3 网格收敛和通用双手交接未通过。</a:t>
            </a:r>
          </a:p>
          <a:p>
            <a:r>
              <a:t>cam_high: /home/jianwen/topogym/demos/knot_untying/cam_high/2026-09-17_bounded_spread_trefoil_v9_cam_high.mp4</a:t>
            </a:r>
          </a:p>
          <a:p>
            <a:r>
              <a:t>cam_low: /home/jianwen/topogym/demos/knot_untying/cam_low/2026-09-17_bounded_spread_trefoil_v9_cam_low.mp4</a:t>
            </a:r>
          </a:p>
          <a:p>
            <a:r>
              <a:t>cam_left_wrist: /home/jianwen/topogym/demos/knot_untying/cam_left_wrist/2026-09-17_bounded_spread_trefoil_v9_cam_left_wrist.mp4</a:t>
            </a:r>
          </a:p>
          <a:p>
            <a:r>
              <a:t>cam_right_wrist: /home/jianwen/topogym/demos/knot_untying/cam_right_wrist/2026-09-17_bounded_spread_trefoil_v9_cam_right_wrist.mp4</a:t>
            </a:r>
          </a:p>
          <a:p>
            <a:r>
              <a:t>detail: /home/jianwen/topogym/demos/knot_untying/detail/2026-09-17_bounded_spread_trefoil_v9_detail.mp4</a:t>
            </a:r>
          </a:p>
          <a:p/>
          <a:p>
            <a:r>
              <a:t>来源（相对仓库根目录）：</a:t>
            </a:r>
          </a:p>
          <a:p>
            <a:r>
              <a:t>docs/develop/tasks/knot_untying_family_space_zh.md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 四关 v3 主运行通过；F2 后半程仍在搜索。</a:t>
            </a:r>
          </a:p>
          <a:p>
            <a:r>
              <a:t>F3 的 10001 点密集 IK 通过；106.92 s 真实摩擦抓持主执行完成。</a:t>
            </a:r>
          </a:p>
          <a:p>
            <a:r>
              <a:t>F3 独立 2 ms 复验重跑中；随机范围尚未逐实例认证。</a:t>
            </a:r>
          </a:p>
          <a:p>
            <a:r>
              <a:t>完成 F3 复验与归档，继续 F2 完整路线及机器人净空检查。</a:t>
            </a:r>
          </a:p>
          <a:p/>
          <a:p>
            <a:r>
              <a:t>紧凑单臂基础版</a:t>
            </a:r>
          </a:p>
          <a:p>
            <a:r>
              <a:t>预穿环/预抓取，实际摩擦夹持，完整通行、释放、滑落、静置；半步长复验通过。</a:t>
            </a:r>
          </a:p>
          <a:p>
            <a:r>
              <a:t>agentview: /home/jianwen/topogym/demos/buzz_wire_3d/agentview/2026-09-18_compact_single_arm_v1_agentview.mp4</a:t>
            </a:r>
          </a:p>
          <a:p>
            <a:r>
              <a:t>front_oblique: /home/jianwen/topogym/demos/buzz_wire_3d/front_oblique/2026-09-18_compact_single_arm_v1_front_oblique.mp4</a:t>
            </a:r>
          </a:p>
          <a:p>
            <a:r>
              <a:t>wrist: /home/jianwen/topogym/demos/buzz_wire_3d/wrist/2026-09-18_compact_single_arm_v1_wrist.mp4</a:t>
            </a:r>
          </a:p>
          <a:p/>
          <a:p>
            <a:r>
              <a:t>F3 四关 v3 最新主运行</a:t>
            </a:r>
          </a:p>
          <a:p>
            <a:r>
              <a:t>同一次主物理运行成功；纯摩擦抓持；实测状态重渲染；小步长复验未完成，待归档。</a:t>
            </a:r>
          </a:p>
          <a:p>
            <a:r>
              <a:t>agentview: /home/jianwen/topogym/runs/environment-solvability/buzz_wire_3d/family_solvability_20260919/F3_render_03/agentview.mp4</a:t>
            </a:r>
          </a:p>
          <a:p>
            <a:r>
              <a:t>front_oblique: /home/jianwen/topogym/runs/environment-solvability/buzz_wire_3d/family_solvability_20260919/F3_render_03/front_oblique.mp4</a:t>
            </a:r>
          </a:p>
          <a:p>
            <a:r>
              <a:t>wrist: /home/jianwen/topogym/runs/environment-solvability/buzz_wire_3d/family_solvability_20260919/F3_render_03/wrist.mp4</a:t>
            </a:r>
          </a:p>
          <a:p/>
          <a:p>
            <a:r>
              <a:t>来源（相对仓库根目录）：</a:t>
            </a:r>
          </a:p>
          <a:p>
            <a:r>
              <a:t>runs/environment-solvability/buzz_wire_3d/family_solvability_20260919/result.md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最新可播放录像是局部前段；三环完整参考执行仍在进行。</a:t>
            </a:r>
          </a:p>
          <a:p>
            <a:r>
              <a:t>抓取、抬升、释放与静置前段通过；五路同步录像共 29.05 s。</a:t>
            </a:r>
          </a:p>
          <a:p>
            <a:r>
              <a:t>全流程快照 19.005 s，双手抓持有效；尚未获得三环完整成功。</a:t>
            </a:r>
          </a:p>
          <a:p>
            <a:r>
              <a:t>继续长程执行；解决加载半步长迟发运动与静置验收。</a:t>
            </a:r>
          </a:p>
          <a:p/>
          <a:p>
            <a:r>
              <a:t>最新完成的前段录像</a:t>
            </a:r>
          </a:p>
          <a:p>
            <a:r>
              <a:t>仅抓取、抬升、主动释放和静置；不含三环全过程；完整试跑仍在进行。</a:t>
            </a:r>
          </a:p>
          <a:p>
            <a:r>
              <a:t>cam_high: /home/jianwen/topogym/runs/environment-solvability/rope_threading/physics_soft50_damped20_compressible_fine_v13/robot_prefix_attempt_2/cam_high.mp4</a:t>
            </a:r>
          </a:p>
          <a:p>
            <a:r>
              <a:t>cam_low: /home/jianwen/topogym/runs/environment-solvability/rope_threading/physics_soft50_damped20_compressible_fine_v13/robot_prefix_attempt_2/cam_low.mp4</a:t>
            </a:r>
          </a:p>
          <a:p>
            <a:r>
              <a:t>cam_left_wrist: /home/jianwen/topogym/runs/environment-solvability/rope_threading/physics_soft50_damped20_compressible_fine_v13/robot_prefix_attempt_2/cam_left_wrist.mp4</a:t>
            </a:r>
          </a:p>
          <a:p>
            <a:r>
              <a:t>cam_right_wrist: /home/jianwen/topogym/runs/environment-solvability/rope_threading/physics_soft50_damped20_compressible_fine_v13/robot_prefix_attempt_2/cam_right_wrist.mp4</a:t>
            </a:r>
          </a:p>
          <a:p>
            <a:r>
              <a:t>detail: /home/jianwen/topogym/runs/environment-solvability/rope_threading/physics_soft50_damped20_compressible_fine_v13/robot_prefix_attempt_2/detail.mp4</a:t>
            </a:r>
          </a:p>
          <a:p/>
          <a:p>
            <a:r>
              <a:t>来源（相对仓库根目录）：</a:t>
            </a:r>
          </a:p>
          <a:p>
            <a:r>
              <a:t>docs/develop/tasks/rope_threading_zh.md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当前选定麻花初态稳定；尚未获得复杂初态的成功展平 demo。</a:t>
            </a:r>
          </a:p>
          <a:p>
            <a:r>
              <a:t>独立静置 10 s 通过，最大漂移 0.143 mm；v10 三路已完整录制。</a:t>
            </a:r>
          </a:p>
          <a:p>
            <a:r>
              <a:t>v10 八次保护释放，末态覆盖 45.4%；v8 为 75.7%，仍未达标。</a:t>
            </a:r>
          </a:p>
          <a:p>
            <a:r>
              <a:t>解决解扭、被覆盖布角与拉伸控制；旧简单初态成功单独保留。</a:t>
            </a:r>
          </a:p>
          <a:p/>
          <a:p>
            <a:r>
              <a:t>选定麻花初态 v10：最新未完成</a:t>
            </a:r>
          </a:p>
          <a:p>
            <a:r>
              <a:t>八次保护释放，末态覆盖率 45.4%；2 fps 实测状态重渲染；不是成功展平。</a:t>
            </a:r>
          </a:p>
          <a:p>
            <a:r>
              <a:t>agentview: /home/jianwen/topogym/runs/environment_bootstrap/blanket_flatten/gathered_robot_v10/render/agentview.mp4</a:t>
            </a:r>
          </a:p>
          <a:p>
            <a:r>
              <a:t>front_oblique: /home/jianwen/topogym/runs/environment_bootstrap/blanket_flatten/gathered_robot_v10/render/front_oblique.mp4</a:t>
            </a:r>
          </a:p>
          <a:p>
            <a:r>
              <a:t>wrist: /home/jianwen/topogym/runs/environment_bootstrap/blanket_flatten/gathered_robot_v10/render/wrist.mp4</a:t>
            </a:r>
          </a:p>
          <a:p/>
          <a:p>
            <a:r>
              <a:t>选定麻花初态 v8：补充进展</a:t>
            </a:r>
          </a:p>
          <a:p>
            <a:r>
              <a:t>七次抓放，末态覆盖率 75.7%；仍有折叠，未达到 90% 等终态标准。</a:t>
            </a:r>
          </a:p>
          <a:p>
            <a:r>
              <a:t>agentview: /home/jianwen/topogym/runs/environment_bootstrap/blanket_flatten/gathered_robot_v8/render/agentview.mp4</a:t>
            </a:r>
          </a:p>
          <a:p>
            <a:r>
              <a:t>front_oblique: /home/jianwen/topogym/runs/environment_bootstrap/blanket_flatten/gathered_robot_v8/render/front_oblique.mp4</a:t>
            </a:r>
          </a:p>
          <a:p>
            <a:r>
              <a:t>wrist: /home/jianwen/topogym/runs/environment_bootstrap/blanket_flatten/gathered_robot_v8/render/wrist.mp4</a:t>
            </a:r>
          </a:p>
          <a:p/>
          <a:p>
            <a:r>
              <a:t>旧简单初态：已有完整成功</a:t>
            </a:r>
          </a:p>
          <a:p>
            <a:r>
              <a:t>简单初态，辅助抓角、展开、松手、静置；不能替代选定复杂初态的成功证据。</a:t>
            </a:r>
          </a:p>
          <a:p>
            <a:r>
              <a:t>agentview: /home/jianwen/topogym/demos/blanket_flatten/agentview/2026-09-18_single_arm_clear_home_v1_agentview.mp4</a:t>
            </a:r>
          </a:p>
          <a:p>
            <a:r>
              <a:t>front_oblique: /home/jianwen/topogym/demos/blanket_flatten/front_oblique/2026-09-18_single_arm_clear_home_v1_front_oblique.mp4</a:t>
            </a:r>
          </a:p>
          <a:p>
            <a:r>
              <a:t>wrist: /home/jianwen/topogym/demos/blanket_flatten/wrist/2026-09-18_single_arm_clear_home_v1_wrist.mp4</a:t>
            </a:r>
          </a:p>
          <a:p/>
          <a:p>
            <a:r>
              <a:t>来源（相对仓库根目录）：</a:t>
            </a:r>
          </a:p>
          <a:p>
            <a:r>
              <a:t>runs/environment_bootstrap/blanket_flatten/gathered_robot_study/result.md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所有数值沿用 18:24:55 CDT 冻结状态。运行状态不等于正式任务有效性或严格预算下的能力结论。</a:t>
            </a:r>
          </a:p>
          <a:p/>
          <a:p>
            <a:r>
              <a:t>来源（相对仓库根目录）：</a:t>
            </a:r>
          </a:p>
          <a:p>
            <a:r>
              <a:t>reports/weekly/2026-09-19/token_audit.json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结束轮次统计含最终答复、排除后续讨论；Claws 为快照下界。Horseshoe 旧快照 2,385,756 更新为完整 episode 2,819,223；Hedgehog 从旧快照 1,934,167 更新为 2,109,472。仅补核原生记录，未修改原 bridge 账本。</a:t>
            </a:r>
          </a:p>
          <a:p/>
          <a:p>
            <a:r>
              <a:t>来源（相对仓库根目录）：</a:t>
            </a:r>
          </a:p>
          <a:p>
            <a:r>
              <a:t>reports/weekly/2026-09-19/token_audit.json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五项任务均明确标为未开始；不将接口 smoke test、工程调参和已有参考 demo 计入 GPT-6 试验。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这是待 reviewer 评估的方法建议，并非已完成的全量数据保证。初态、抓持辅助、控制接口、释放与终态判据必须与受测协议一致。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记录 seed、版本、资产/配置哈希、初态、动作、成功判据与报告。参考控制器失败不等于不可解；有限负对照也不证明唯一解。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允许终端、通用库、图像分析和自行编写的 IK/规划；联网由配置固定。代码预检查拒绝不推进仿真，网络结果不明用同 request ID 重试。ready 不表示成功。</a:t>
            </a:r>
          </a:p>
          <a:p/>
          <a:p>
            <a:r>
              <a:t>来源（相对仓库根目录）：</a:t>
            </a:r>
          </a:p>
          <a:p>
            <a:r>
              <a:t>docs/develop/modules/agent_bridge_zh.md</a:t>
            </a:r>
          </a:p>
          <a:p>
            <a:r>
              <a:t>docs/develop/modules/agent_solver_prompt_zh.md</a:t>
            </a:r>
          </a:p>
          <a:p>
            <a:r>
              <a:t>docs/develop/modules/agent_test_demos_zh.md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 reviewer 确认：1）最终收录实例的可解见证及稳定性最低标准；2）直接 coding-agent session 的信息/工具范围及正式 2M 评测控制条件。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  <a:p>
            <a:r>
              <a:t>reports/weekly/2026-09-19/token_audit.json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Relationship Id="rId7" Type="http://schemas.openxmlformats.org/officeDocument/2006/relationships/image" Target="../media/image2.jpg"/><Relationship Id="rId10" Type="http://schemas.openxmlformats.org/officeDocument/2006/relationships/image" Target="../media/image3.jpg"/><Relationship Id="rId13" Type="http://schemas.openxmlformats.org/officeDocument/2006/relationships/image" Target="../media/image4.jpg"/><Relationship Id="rId14" Type="http://schemas.openxmlformats.org/officeDocument/2006/relationships/hyperlink" Target="../../demos/cast_coil/cam_high/2026-09-17_aloha_full_cam_high.mp4" TargetMode="External"/><Relationship Id="rId15" Type="http://schemas.openxmlformats.org/officeDocument/2006/relationships/hyperlink" Target="../../demos/cast_coil/cam_low/2026-09-17_aloha_full_cam_low.mp4" TargetMode="External"/><Relationship Id="rId16" Type="http://schemas.openxmlformats.org/officeDocument/2006/relationships/hyperlink" Target="../../demos/cast_coil/cam_left_wrist/2026-09-17_aloha_full_cam_left_wrist.mp4" TargetMode="External"/><Relationship Id="rId17" Type="http://schemas.openxmlformats.org/officeDocument/2006/relationships/hyperlink" Target="../../demos/cast_coil/cam_right_wrist/2026-09-17_aloha_full_cam_right_wrist.mp4" TargetMode="External"/><Relationship Id="rId18" Type="http://schemas.openxmlformats.org/officeDocument/2006/relationships/hyperlink" Target="../../demos/cast_coil/front_oblique/2026-09-17_aloha_full_front_oblique.mp4" TargetMode="External"/><Relationship Id="rId19" Type="http://schemas.openxmlformats.org/officeDocument/2006/relationships/hyperlink" Target="../develop/tasks/cast_coil_seed_generator_zh.md" TargetMode="External"/><Relationship Id="rId2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Relationship Id="rId7" Type="http://schemas.openxmlformats.org/officeDocument/2006/relationships/image" Target="../media/image6.jpg"/><Relationship Id="rId10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hyperlink" Target="../../demos/cast_keyhole/cam_high/2026-09-17_current_instance_physical_cam_high.mp4" TargetMode="External"/><Relationship Id="rId15" Type="http://schemas.openxmlformats.org/officeDocument/2006/relationships/hyperlink" Target="../../demos/cast_keyhole/cam_low/2026-09-17_current_instance_physical_cam_low.mp4" TargetMode="External"/><Relationship Id="rId16" Type="http://schemas.openxmlformats.org/officeDocument/2006/relationships/hyperlink" Target="../../demos/cast_keyhole/cam_left_wrist/2026-09-17_current_instance_physical_cam_left_wrist.mp4" TargetMode="External"/><Relationship Id="rId17" Type="http://schemas.openxmlformats.org/officeDocument/2006/relationships/hyperlink" Target="../../demos/cast_keyhole/cam_right_wrist/2026-09-17_current_instance_physical_cam_right_wrist.mp4" TargetMode="External"/><Relationship Id="rId18" Type="http://schemas.openxmlformats.org/officeDocument/2006/relationships/hyperlink" Target="../../demos/cast_keyhole/detail/2026-09-17_current_instance_physical_detail.mp4" TargetMode="External"/><Relationship Id="rId19" Type="http://schemas.openxmlformats.org/officeDocument/2006/relationships/hyperlink" Target="../develop/tasks/cast_keyhole_variants_zh.md" TargetMode="External"/><Relationship Id="rId2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Relationship Id="rId7" Type="http://schemas.openxmlformats.org/officeDocument/2006/relationships/image" Target="../media/image10.jpg"/><Relationship Id="rId10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hyperlink" Target="../../demos/horseshoe_ring/cam_high/2026-09-18_gravity_replanned_v1_cam_high.mp4" TargetMode="External"/><Relationship Id="rId15" Type="http://schemas.openxmlformats.org/officeDocument/2006/relationships/hyperlink" Target="../../demos/horseshoe_ring/cam_low/2026-09-18_gravity_replanned_v1_cam_low.mp4" TargetMode="External"/><Relationship Id="rId16" Type="http://schemas.openxmlformats.org/officeDocument/2006/relationships/hyperlink" Target="../../demos/horseshoe_ring/cam_left_wrist/2026-09-18_gravity_replanned_v1_cam_left_wrist.mp4" TargetMode="External"/><Relationship Id="rId17" Type="http://schemas.openxmlformats.org/officeDocument/2006/relationships/hyperlink" Target="../../demos/horseshoe_ring/cam_right_wrist/2026-09-18_gravity_replanned_v1_cam_right_wrist.mp4" TargetMode="External"/><Relationship Id="rId18" Type="http://schemas.openxmlformats.org/officeDocument/2006/relationships/hyperlink" Target="../../demos/horseshoe_ring/detail/2026-09-18_gravity_replanned_v1_detail.mp4" TargetMode="External"/><Relationship Id="rId19" Type="http://schemas.openxmlformats.org/officeDocument/2006/relationships/hyperlink" Target="../develop/tasks/horseshoe_ring_variant_generator_zh.md" TargetMode="External"/><Relationship Id="rId2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Relationship Id="rId7" Type="http://schemas.openxmlformats.org/officeDocument/2006/relationships/image" Target="../media/image14.jpg"/><Relationship Id="rId10" Type="http://schemas.openxmlformats.org/officeDocument/2006/relationships/image" Target="../media/image15.jpg"/><Relationship Id="rId11" Type="http://schemas.openxmlformats.org/officeDocument/2006/relationships/hyperlink" Target="../../demos/hedgehog_in_cage/agentview/2026-09-16_classic_wood_extraction_agentview.mp4" TargetMode="External"/><Relationship Id="rId12" Type="http://schemas.openxmlformats.org/officeDocument/2006/relationships/hyperlink" Target="../../demos/hedgehog_in_cage/front_oblique/2026-09-16_classic_wood_extraction_front_oblique.mp4" TargetMode="External"/><Relationship Id="rId13" Type="http://schemas.openxmlformats.org/officeDocument/2006/relationships/hyperlink" Target="../../demos/hedgehog_in_cage/wrist/2026-09-16_classic_wood_extraction_wrist.mp4" TargetMode="External"/><Relationship Id="rId14" Type="http://schemas.openxmlformats.org/officeDocument/2006/relationships/hyperlink" Target="../../demos/hedgehog_in_cage/agentview/2026-09-17_family_a_oblique_gate_v1_agentview.mp4" TargetMode="External"/><Relationship Id="rId15" Type="http://schemas.openxmlformats.org/officeDocument/2006/relationships/hyperlink" Target="../../demos/hedgehog_in_cage/front_oblique/2026-09-17_family_a_oblique_gate_v1_front_oblique.mp4" TargetMode="External"/><Relationship Id="rId16" Type="http://schemas.openxmlformats.org/officeDocument/2006/relationships/hyperlink" Target="../../demos/hedgehog_in_cage/wrist/2026-09-17_family_a_oblique_gate_v1_wrist.mp4" TargetMode="External"/><Relationship Id="rId17" Type="http://schemas.openxmlformats.org/officeDocument/2006/relationships/hyperlink" Target="../../demos/hedgehog_in_cage/agentview/2026-09-19_gen_keyhole_v2_agentview.mp4" TargetMode="External"/><Relationship Id="rId18" Type="http://schemas.openxmlformats.org/officeDocument/2006/relationships/hyperlink" Target="../../demos/hedgehog_in_cage/front_oblique/2026-09-19_gen_keyhole_v2_front_oblique.mp4" TargetMode="External"/><Relationship Id="rId19" Type="http://schemas.openxmlformats.org/officeDocument/2006/relationships/hyperlink" Target="../../demos/hedgehog_in_cage/wrist/2026-09-19_gen_keyhole_v2_wrist.mp4" TargetMode="External"/><Relationship Id="rId20" Type="http://schemas.openxmlformats.org/officeDocument/2006/relationships/hyperlink" Target="../develop/tasks/hedgehog_in_cage_zh.md" TargetMode="External"/><Relationship Id="rId2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Relationship Id="rId7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hyperlink" Target="../../demos/lock_picking/agentview/2026-09-18_standard_150mm_purple_trace_v1_agentview.mp4" TargetMode="External"/><Relationship Id="rId12" Type="http://schemas.openxmlformats.org/officeDocument/2006/relationships/hyperlink" Target="../../demos/lock_picking/front_oblique/2026-09-18_standard_150mm_purple_trace_v1_front_oblique.mp4" TargetMode="External"/><Relationship Id="rId13" Type="http://schemas.openxmlformats.org/officeDocument/2006/relationships/hyperlink" Target="../../demos/lock_picking/wrist/2026-09-18_standard_150mm_purple_trace_v1_wrist.mp4" TargetMode="External"/><Relationship Id="rId14" Type="http://schemas.openxmlformats.org/officeDocument/2006/relationships/hyperlink" Target="../develop/tasks/lock_picking_seed_generator_zh.md" TargetMode="External"/><Relationship Id="rId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Relationship Id="rId7" Type="http://schemas.openxmlformats.org/officeDocument/2006/relationships/image" Target="../media/image20.jpg"/><Relationship Id="rId10" Type="http://schemas.openxmlformats.org/officeDocument/2006/relationships/image" Target="../media/image21.jpg"/><Relationship Id="rId11" Type="http://schemas.openxmlformats.org/officeDocument/2006/relationships/hyperlink" Target="../../demos/fiber_bundling/agentview/2026-09-18_standard_08_r13p5mm_clean_v1_agentview.mp4" TargetMode="External"/><Relationship Id="rId12" Type="http://schemas.openxmlformats.org/officeDocument/2006/relationships/hyperlink" Target="../../demos/fiber_bundling/front_oblique/2026-09-18_standard_08_r13p5mm_clean_v1_front_oblique.mp4" TargetMode="External"/><Relationship Id="rId13" Type="http://schemas.openxmlformats.org/officeDocument/2006/relationships/hyperlink" Target="../../demos/fiber_bundling/wrist/2026-09-18_standard_08_r13p5mm_clean_v1_wrist.mp4" TargetMode="External"/><Relationship Id="rId14" Type="http://schemas.openxmlformats.org/officeDocument/2006/relationships/hyperlink" Target="../develop/tasks/fiber_bundling_variant_pipeline_zh.md" TargetMode="External"/><Relationship Id="rId1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Relationship Id="rId7" Type="http://schemas.openxmlformats.org/officeDocument/2006/relationships/image" Target="../media/image23.jpg"/><Relationship Id="rId10" Type="http://schemas.openxmlformats.org/officeDocument/2006/relationships/image" Target="../media/image24.jpg"/><Relationship Id="rId13" Type="http://schemas.openxmlformats.org/officeDocument/2006/relationships/image" Target="../media/image25.jpg"/><Relationship Id="rId14" Type="http://schemas.openxmlformats.org/officeDocument/2006/relationships/hyperlink" Target="../../demos/interlocked_claws/cam_high/2026-09-17_reference_full_v1_cam_high.mp4" TargetMode="External"/><Relationship Id="rId15" Type="http://schemas.openxmlformats.org/officeDocument/2006/relationships/hyperlink" Target="../../demos/interlocked_claws/cam_low/2026-09-17_reference_full_v1_cam_low.mp4" TargetMode="External"/><Relationship Id="rId16" Type="http://schemas.openxmlformats.org/officeDocument/2006/relationships/hyperlink" Target="../../demos/interlocked_claws/cam_left_wrist/2026-09-17_reference_full_v1_cam_left_wrist.mp4" TargetMode="External"/><Relationship Id="rId17" Type="http://schemas.openxmlformats.org/officeDocument/2006/relationships/hyperlink" Target="../../demos/interlocked_claws/cam_right_wrist/2026-09-17_reference_full_v1_cam_right_wrist.mp4" TargetMode="External"/><Relationship Id="rId18" Type="http://schemas.openxmlformats.org/officeDocument/2006/relationships/hyperlink" Target="../../demos/interlocked_claws/detail/2026-09-17_reference_full_v1_detail.mp4" TargetMode="External"/><Relationship Id="rId19" Type="http://schemas.openxmlformats.org/officeDocument/2006/relationships/hyperlink" Target="../../demos/interlocked_claws/cam_high/2026-09-19_helical_crown_physical_v1_cam_high.mp4" TargetMode="External"/><Relationship Id="rId20" Type="http://schemas.openxmlformats.org/officeDocument/2006/relationships/hyperlink" Target="../../demos/interlocked_claws/cam_low/2026-09-19_helical_crown_physical_v1_cam_low.mp4" TargetMode="External"/><Relationship Id="rId21" Type="http://schemas.openxmlformats.org/officeDocument/2006/relationships/hyperlink" Target="../../demos/interlocked_claws/cam_left_wrist/2026-09-19_helical_crown_physical_v1_cam_left_wrist.mp4" TargetMode="External"/><Relationship Id="rId22" Type="http://schemas.openxmlformats.org/officeDocument/2006/relationships/hyperlink" Target="../../demos/interlocked_claws/cam_right_wrist/2026-09-19_helical_crown_physical_v1_cam_right_wrist.mp4" TargetMode="External"/><Relationship Id="rId23" Type="http://schemas.openxmlformats.org/officeDocument/2006/relationships/hyperlink" Target="../../demos/interlocked_claws/detail/2026-09-19_helical_crown_physical_v2_detail.mp4" TargetMode="External"/><Relationship Id="rId24" Type="http://schemas.openxmlformats.org/officeDocument/2006/relationships/hyperlink" Target="../../demos/interlocked_claws/cam_high/2026-09-19_orthogonal_gate_physical_v2_cam_high.mp4" TargetMode="External"/><Relationship Id="rId25" Type="http://schemas.openxmlformats.org/officeDocument/2006/relationships/hyperlink" Target="../../demos/interlocked_claws/cam_low/2026-09-19_orthogonal_gate_physical_v2_cam_low.mp4" TargetMode="External"/><Relationship Id="rId26" Type="http://schemas.openxmlformats.org/officeDocument/2006/relationships/hyperlink" Target="../../demos/interlocked_claws/cam_left_wrist/2026-09-19_orthogonal_gate_physical_v2_cam_left_wrist.mp4" TargetMode="External"/><Relationship Id="rId27" Type="http://schemas.openxmlformats.org/officeDocument/2006/relationships/hyperlink" Target="../../demos/interlocked_claws/cam_right_wrist/2026-09-19_orthogonal_gate_physical_v2_cam_right_wrist.mp4" TargetMode="External"/><Relationship Id="rId28" Type="http://schemas.openxmlformats.org/officeDocument/2006/relationships/hyperlink" Target="../../demos/interlocked_claws/detail/2026-09-19_orthogonal_gate_physical_v2_detail.mp4" TargetMode="External"/><Relationship Id="rId29" Type="http://schemas.openxmlformats.org/officeDocument/2006/relationships/hyperlink" Target="../develop/tasks/interlocked_claws_zh.md" TargetMode="External"/><Relationship Id="rId3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Relationship Id="rId7" Type="http://schemas.openxmlformats.org/officeDocument/2006/relationships/image" Target="../media/image27.jpg"/><Relationship Id="rId10" Type="http://schemas.openxmlformats.org/officeDocument/2006/relationships/image" Target="../media/image28.jpg"/><Relationship Id="rId13" Type="http://schemas.openxmlformats.org/officeDocument/2006/relationships/image" Target="../media/image29.jpg"/><Relationship Id="rId14" Type="http://schemas.openxmlformats.org/officeDocument/2006/relationships/hyperlink" Target="../../demos/knot_untying/cam_high/2026-09-17_bounded_spread_trefoil_v9_cam_high.mp4" TargetMode="External"/><Relationship Id="rId15" Type="http://schemas.openxmlformats.org/officeDocument/2006/relationships/hyperlink" Target="../../demos/knot_untying/cam_low/2026-09-17_bounded_spread_trefoil_v9_cam_low.mp4" TargetMode="External"/><Relationship Id="rId16" Type="http://schemas.openxmlformats.org/officeDocument/2006/relationships/hyperlink" Target="../../demos/knot_untying/cam_left_wrist/2026-09-17_bounded_spread_trefoil_v9_cam_left_wrist.mp4" TargetMode="External"/><Relationship Id="rId17" Type="http://schemas.openxmlformats.org/officeDocument/2006/relationships/hyperlink" Target="../../demos/knot_untying/cam_right_wrist/2026-09-17_bounded_spread_trefoil_v9_cam_right_wrist.mp4" TargetMode="External"/><Relationship Id="rId18" Type="http://schemas.openxmlformats.org/officeDocument/2006/relationships/hyperlink" Target="../../demos/knot_untying/detail/2026-09-17_bounded_spread_trefoil_v9_detail.mp4" TargetMode="External"/><Relationship Id="rId19" Type="http://schemas.openxmlformats.org/officeDocument/2006/relationships/hyperlink" Target="../develop/tasks/knot_untying_family_space_zh.md" TargetMode="External"/><Relationship Id="rId2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g"/><Relationship Id="rId7" Type="http://schemas.openxmlformats.org/officeDocument/2006/relationships/image" Target="../media/image31.jpg"/><Relationship Id="rId10" Type="http://schemas.openxmlformats.org/officeDocument/2006/relationships/image" Target="../media/image32.jpg"/><Relationship Id="rId11" Type="http://schemas.openxmlformats.org/officeDocument/2006/relationships/hyperlink" Target="../../runs/environment-solvability/buzz_wire_3d/family_solvability_20260919/F3_render_03/agentview.mp4" TargetMode="External"/><Relationship Id="rId12" Type="http://schemas.openxmlformats.org/officeDocument/2006/relationships/hyperlink" Target="../../runs/environment-solvability/buzz_wire_3d/family_solvability_20260919/F3_render_03/front_oblique.mp4" TargetMode="External"/><Relationship Id="rId13" Type="http://schemas.openxmlformats.org/officeDocument/2006/relationships/hyperlink" Target="../../runs/environment-solvability/buzz_wire_3d/family_solvability_20260919/F3_render_03/wrist.mp4" TargetMode="External"/><Relationship Id="rId14" Type="http://schemas.openxmlformats.org/officeDocument/2006/relationships/hyperlink" Target="../../demos/buzz_wire_3d/agentview/2026-09-18_compact_single_arm_v1_agentview.mp4" TargetMode="External"/><Relationship Id="rId15" Type="http://schemas.openxmlformats.org/officeDocument/2006/relationships/hyperlink" Target="../../demos/buzz_wire_3d/front_oblique/2026-09-18_compact_single_arm_v1_front_oblique.mp4" TargetMode="External"/><Relationship Id="rId16" Type="http://schemas.openxmlformats.org/officeDocument/2006/relationships/hyperlink" Target="../../demos/buzz_wire_3d/wrist/2026-09-18_compact_single_arm_v1_wrist.mp4" TargetMode="External"/><Relationship Id="rId17" Type="http://schemas.openxmlformats.org/officeDocument/2006/relationships/hyperlink" Target="../../runs/environment-solvability/buzz_wire_3d/family_solvability_20260919/result.md" TargetMode="External"/><Relationship Id="rId1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Relationship Id="rId7" Type="http://schemas.openxmlformats.org/officeDocument/2006/relationships/image" Target="../media/image34.jpg"/><Relationship Id="rId10" Type="http://schemas.openxmlformats.org/officeDocument/2006/relationships/image" Target="../media/image35.jpg"/><Relationship Id="rId13" Type="http://schemas.openxmlformats.org/officeDocument/2006/relationships/image" Target="../media/image36.jpg"/><Relationship Id="rId14" Type="http://schemas.openxmlformats.org/officeDocument/2006/relationships/hyperlink" Target="../../runs/environment-solvability/rope_threading/physics_soft50_damped20_compressible_fine_v13/robot_prefix_attempt_2/cam_high.mp4" TargetMode="External"/><Relationship Id="rId15" Type="http://schemas.openxmlformats.org/officeDocument/2006/relationships/hyperlink" Target="../../runs/environment-solvability/rope_threading/physics_soft50_damped20_compressible_fine_v13/robot_prefix_attempt_2/cam_low.mp4" TargetMode="External"/><Relationship Id="rId16" Type="http://schemas.openxmlformats.org/officeDocument/2006/relationships/hyperlink" Target="../../runs/environment-solvability/rope_threading/physics_soft50_damped20_compressible_fine_v13/robot_prefix_attempt_2/cam_left_wrist.mp4" TargetMode="External"/><Relationship Id="rId17" Type="http://schemas.openxmlformats.org/officeDocument/2006/relationships/hyperlink" Target="../../runs/environment-solvability/rope_threading/physics_soft50_damped20_compressible_fine_v13/robot_prefix_attempt_2/cam_right_wrist.mp4" TargetMode="External"/><Relationship Id="rId18" Type="http://schemas.openxmlformats.org/officeDocument/2006/relationships/hyperlink" Target="../../runs/environment-solvability/rope_threading/physics_soft50_damped20_compressible_fine_v13/robot_prefix_attempt_2/detail.mp4" TargetMode="External"/><Relationship Id="rId19" Type="http://schemas.openxmlformats.org/officeDocument/2006/relationships/hyperlink" Target="../develop/tasks/rope_threading_zh.md" TargetMode="External"/><Relationship Id="rId2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Relationship Id="rId7" Type="http://schemas.openxmlformats.org/officeDocument/2006/relationships/image" Target="../media/image38.jpg"/><Relationship Id="rId10" Type="http://schemas.openxmlformats.org/officeDocument/2006/relationships/image" Target="../media/image39.jpg"/><Relationship Id="rId11" Type="http://schemas.openxmlformats.org/officeDocument/2006/relationships/hyperlink" Target="../../runs/environment_bootstrap/blanket_flatten/gathered_robot_v10/render/agentview.mp4" TargetMode="External"/><Relationship Id="rId12" Type="http://schemas.openxmlformats.org/officeDocument/2006/relationships/hyperlink" Target="../../runs/environment_bootstrap/blanket_flatten/gathered_robot_v10/render/front_oblique.mp4" TargetMode="External"/><Relationship Id="rId13" Type="http://schemas.openxmlformats.org/officeDocument/2006/relationships/hyperlink" Target="../../runs/environment_bootstrap/blanket_flatten/gathered_robot_v10/render/wrist.mp4" TargetMode="External"/><Relationship Id="rId14" Type="http://schemas.openxmlformats.org/officeDocument/2006/relationships/hyperlink" Target="../../runs/environment_bootstrap/blanket_flatten/gathered_robot_v8/render/agentview.mp4" TargetMode="External"/><Relationship Id="rId15" Type="http://schemas.openxmlformats.org/officeDocument/2006/relationships/hyperlink" Target="../../runs/environment_bootstrap/blanket_flatten/gathered_robot_v8/render/front_oblique.mp4" TargetMode="External"/><Relationship Id="rId16" Type="http://schemas.openxmlformats.org/officeDocument/2006/relationships/hyperlink" Target="../../runs/environment_bootstrap/blanket_flatten/gathered_robot_v8/render/wrist.mp4" TargetMode="External"/><Relationship Id="rId17" Type="http://schemas.openxmlformats.org/officeDocument/2006/relationships/hyperlink" Target="../../demos/blanket_flatten/agentview/2026-09-18_single_arm_clear_home_v1_agentview.mp4" TargetMode="External"/><Relationship Id="rId18" Type="http://schemas.openxmlformats.org/officeDocument/2006/relationships/hyperlink" Target="../../demos/blanket_flatten/front_oblique/2026-09-18_single_arm_clear_home_v1_front_oblique.mp4" TargetMode="External"/><Relationship Id="rId19" Type="http://schemas.openxmlformats.org/officeDocument/2006/relationships/hyperlink" Target="../../demos/blanket_flatten/wrist/2026-09-18_single_arm_clear_home_v1_wrist.mp4" TargetMode="External"/><Relationship Id="rId20" Type="http://schemas.openxmlformats.org/officeDocument/2006/relationships/hyperlink" Target="../../runs/environment_bootstrap/blanket_flatten/gathered_robot_study/result.md" TargetMode="External"/><Relationship Id="rId2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reports/weekly/2026-09-19/weekly-report.md" TargetMode="Externa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WEEKLY RESEARCH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TopoGym 研究周报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33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A0AFC2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35024"/>
            <a:ext cx="10607040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从可运行场景，走向可验证的变体数据集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929384"/>
            <a:ext cx="10607040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工程进展 18:27 CDT  ·  Agent 记录 18:24:55 CDT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404872"/>
            <a:ext cx="1097280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视频观看：进入 PowerPoint 放映模式后点击画面；39 路完整视频已内嵌，可离线播放。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11 项任务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场景、物理 demo、随机生成与逐例验收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 Astra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2M 目标预算下的尝试、结果与计量核对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 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可解性证据与直接 session 测试方法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57216"/>
            <a:ext cx="13716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核心结论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1064240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生成器已有明显进展；逐变体物理资格与严格 2M 评测仍需补齐。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 项任务：四阶段进展总览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按明确实例与协议范围标记；色块不表示工时百分比或模型成功率。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① 场景生成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5584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② 物理＋完整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5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③ 随机生成接口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④ 逐变体稳定可解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272284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Coil 卷绕件装配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2191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4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1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2583179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Keyhole 钥匙孔拆解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2191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5584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08975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1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8944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2894076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 Ring 马蹄环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5584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08975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1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02368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38944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3204972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 in Cage 刺球出笼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22191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8768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15584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08975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45551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02368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38944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" y="3515868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 开锁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22191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58768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15584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08975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45551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02368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38944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" y="3826763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 光纤收束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22191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58768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15584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0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08975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5551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02368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38944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632" y="4137659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Interlocked Claws 互锁爪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22191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58768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15584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2160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08975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45551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02368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38944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" y="4448556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 解绳结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22191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58768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815584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52160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08975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45551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02368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38944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632" y="4759452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 立体电流棒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22191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58768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815584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0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808975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45551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802368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38944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4632" y="5070348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 绳穿三环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22191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58768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815584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52160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808975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45551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02368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38944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" y="5381244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 被子展平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822191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858768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815584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52160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808975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45551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802368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38944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4632" y="5925312"/>
            <a:ext cx="1106424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注：Claws 的物理通过对应 B0/C0；Blanket 按当前麻花初态计。所有任务均未完成全量变体验收。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Coil｜卷绕件装配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固定三家族 + 条件微调已接入 seed；随机动力学验收尚未闭环。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coil_base/cam_hi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33.1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coil_base/cam_l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33.1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coil_base/cam_left_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33.1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coil_base/cam_right_wris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33.1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384 个不同配置可复现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48/48 几何；12/12 双臂规划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六次代表执行均完成装配释放，严格归档仅 4/6 通过。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保留 A/C 的微米级接触失败；对随机实例增加物理验收。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33.15 s｜预抓取＋接触辅助；装配、放置、释放、静置。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基础装配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斜前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Keyhole｜钥匙孔拆解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F1 长行程穿齿、F2 偏心绕行、F3 转向后回退；三族各三种外形。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keyhole_base/cam_hi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1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23.9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keyhole_base/cam_l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23.9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keyhole_base/cam_left_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791" y="3653027"/>
            <a:ext cx="260096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23.9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keyhole_base/cam_right_wris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6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23.9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复现；200 次实体/边界检查；3 实例 × 2 步长通过。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物理资格止于预抓取、辅助拆解后持稳；不含放桌松手。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每个新实例独立验收；生成端与 agent 终态协议继续对齐。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23.92 s｜完整分离后双手仍保持抓持；实测状态重渲染。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基础拆解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 Ring｜马蹄环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高位 / 外侧 / 后撤接近形成三族；路线差异约 20–22 cm。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horseshoe_base/cam_hi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113.7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horseshoe_base/cam_l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113.7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horseshoe_base/cam_left_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113.7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horseshoe_base/cam_right_wris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113.7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参数检查；48 项初态/折合 IK；逐实例验收入口已接通。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新族只完成 2 ms 验收，未做 1 ms 复验；不能继承基础版资格。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最终条件域放行 3 个实例；补齐新族半步长和稳定性验收。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113.70 s｜辅助抓持、交接、取环与自由落桌；2/1 ms 复验通过。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重力基础版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 in Cage｜刺球出笼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当前默认池：单斜窗、固定六刺侧孔、GEN 顶部钥匙孔。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hedgehog_side/agent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82.2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hedgehog_side/front_obliqu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82.2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hedgehog_side/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0912" y="3653027"/>
            <a:ext cx="19507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82.2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当前家族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seed 家族抽样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两种新原型完整取出/释放，两档子步通过；13 实例预检通过。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随机后代尚未物理执行。侧孔与 CLASSIC 共享侧向取出策略。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沿用 v2 seed 与重载接口，逐例补动力学；不混入 v3 几何预演。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侧孔 v2 · 82.25 s｜预抓取＋接触辅助；取出、落桌、释放、静置。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CLASSIC · 基础测试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单斜窗 · 当前家族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GEN · 当前家族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全景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斜前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腕部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0"/>
              </a:rPr>
              <a:t>验证记录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Picking｜开锁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F1/F2/F3 必要回退 1/2/3 次：体现序列复杂度，尚无实测难度排序。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lock_base/agent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1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159.3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lock_base/front_obliqu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159.3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lock_base/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159.3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几何 / IK 接受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需要确定性重试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在最多 8 次尝试内通过几何/IK；九个 S/M/L 代表通过。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99 个 seed 需要重试；新三族完整抓起、动力学和松手未验收。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将已对齐的 IK 路径接到完整抓取与释放流程，再逐例验收。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159.35 s｜成功物理状态重渲染；被动夹爪连杆按开合量重建。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两回退基础版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验证记录 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Bundling｜光纤收束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保留稀疏 / 标准 / 密集三类；按已确认规则，不要求三种本质不同 IK。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fiber_base/agent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888" y="1796795"/>
            <a:ext cx="2080768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177.0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fiber_base/front_obliqu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624" y="1796795"/>
            <a:ext cx="2080768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177.0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fiber_base/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888" y="3653027"/>
            <a:ext cx="2080768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177.0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不同参数实例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N/R 边界组合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300 seed 几何、39 边界组合通过；3 随机实例短静置通过。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基础 8 芯两步长均穿环成功，但严格全程线形收敛未通过。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按实例检查 IK、细线禁碰、完整穿环和数值稳定性。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8 芯 / R13.5 mm · 177 s｜只抓粗护套、接触后辅助；末态保持抓持。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基础无 UI 视频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验证记录 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Interlocked Claws｜A0 基础变体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本页播放 A0 原版基础 demo；B0/C0 的新增物理验收另列，不替代 A0 资格。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claws_a/cam_hi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1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158.6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claws_a/cam_l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158.6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claws_a/cam_left_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791" y="3653027"/>
            <a:ext cx="260096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158.6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claws_a/cam_right_wris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6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158.6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A0 五路基础 demo 已归档；B0/C0 新原型通过完整物理复验。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A0 使用理想预抓取辅助；Genesis 非凸接触资格尚未通过。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发布新版本生成器，重新配对实例、IK 和物理资格。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A0 基础版 · 158.6 s｜理想预抓取辅助全过程；非凸接触资格限制保留。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A0 基础版 · 原始五路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B0 螺旋冠 · 补充五路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高位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0"/>
              </a:rPr>
              <a:t>低位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1"/>
              </a:rPr>
              <a:t>左腕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2"/>
              </a:rPr>
              <a:t>右腕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4456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3"/>
              </a:rPr>
              <a:t>近景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C0 正交双窗 · 补充五路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4"/>
              </a:rPr>
              <a:t>高位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5"/>
              </a:rPr>
              <a:t>低位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6"/>
              </a:rPr>
              <a:t>左腕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38928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7"/>
              </a:rPr>
              <a:t>右腕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34456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8"/>
              </a:rPr>
              <a:t>近景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9"/>
              </a:rPr>
              <a:t>验证记录 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Untying｜解绳结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三叶结已有连续轨迹；八字结、双重单结已建模，连续执行仍在验证。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knot_base/cam_hi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75.0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knot_base/cam_l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75.0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knot_base/cam_left_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75.0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knot_base/cam_right_wris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75.0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两种新结型各有 10 s 独立静置；18 组收窄边界首段预检通过。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v9 的 P3 网格收敛及通用双手交接未过；新族尚无完整成功。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完成独立解结路线与释放验收；easy/medium/hard 仍是目标档。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 v9 · 75 s｜接触后辅助，连续解结、释放；完整物理套件未通过。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 v9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3D｜立体电流棒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四关 v3 主运行通过；F2 后半程仍在搜索。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buzz_f3/agent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107.0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buzz_f3/front_obliqu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107.0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buzz_f3/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0912" y="3653027"/>
            <a:ext cx="19507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107.0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10001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密集 IK 检查点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106.92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主物理执行完成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F3 的 10001 点密集 IK 通过；106.92 s 真实摩擦抓持主执行完成。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F3 独立 2 ms 复验重跑中；随机范围尚未逐实例认证。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完成 F3 复验与归档，继续 F2 完整路线及机器人净空检查。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成片 106.96 s｜预穿环/预抓取、纯摩擦抓持、释放滑落；实测状态重渲染。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最新主运行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紧凑基础版 · 三路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验证记录 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Threading｜绳穿三环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最新可播放录像是局部前段；三环完整参考执行仍在进行。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rope_prefix/cam_hi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29.1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rope_prefix/cam_l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29.1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rope_prefix/cam_left_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29.1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rope_prefix/cam_right_wris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29.1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抓取、抬升、释放与静置前段通过；五路同步录像共 29.05 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全流程快照 19.005 s，双手抓持有效；尚未获得三环完整成功。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继续长程执行；解决加载半步长迟发运动与静置验收。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局部前段 29.05 s｜包含脚本主动释放；不等于完成三环任务。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前段验证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Flatten｜被子展平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当前选定麻花初态稳定；尚未获得复杂初态的成功展平 demo。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blanket_latest/agent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179.5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blanket_latest/front_obliqu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179.5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blanket_latest/wris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0912" y="3653027"/>
            <a:ext cx="1950720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179.5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45.4%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v10 最新末态覆盖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75.7%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v8 较好试验末态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独立静置 10 s 通过，最大漂移 0.143 mm；v10 三路已完整录制。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v10 八次保护释放，末态覆盖 45.4%；v8 为 75.7%，仍未达标。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解决解扭、被覆盖布角与拉伸控制；旧简单初态成功单独保留。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最新 v10 · 179.5 s / 2 fps｜未完成诊断；局部粒子附着辅助，实测状态重渲染。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v10 最新未完成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v8 补充进展 · 三路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旧简单初态成功 · 三路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全景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斜前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腕部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0"/>
              </a:rPr>
              <a:t>验证记录 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 个任务、7 次运行：尚无成功求解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6 次已结束为 failed；Claws 在快照时仍为 ready。工程 demo 与自主求解分开统计。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810512"/>
            <a:ext cx="1792224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任务 /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810512"/>
            <a:ext cx="1792224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段数 / 控制时间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810512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终止类型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810512"/>
            <a:ext cx="51663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主要结果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258568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27685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27685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 / 8.30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276856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276856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能抓放银件，未建立装配办法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2697480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271576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271576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64 / 74.34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715768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715768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右夹爪持续不响应张开，根因未确认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136392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154680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3154680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 / 1.64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3154680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预算终止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154680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抬转左马蹄，尚未取下圆环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575304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3593592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Keyhole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9152" y="3593592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19 / 9.01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3593592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3593592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内部槽齿附近受阻，未找到完整分离路径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4014216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" y="4032504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9152" y="4032504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7 / 10.05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0248" y="4032504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4032504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部分移出，仍受笼柱阻挡，未取出/释放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4453128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" y="447141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447141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 / 16.29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4471416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自动 failed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4471416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推进第一锁片时，机构接触力 &gt;10 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" y="4892040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91032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Claws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9152" y="491032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14 / 9.86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4910328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进行中 / 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4910328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仍然互锁；不预判最终成败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660136"/>
            <a:ext cx="11265408" cy="548640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5815584"/>
            <a:ext cx="10936224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这些是探索性结果：全部已记录超 2M，且受测 adapter 均为 physics_qualified=false。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2M 是目标预算，本批没有实时硬限制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原生用量：input + output；缓存输入与推理输出已包含，均不重复相加。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2284" y="1810512"/>
            <a:ext cx="13716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864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6353" y="1810512"/>
            <a:ext cx="13716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4933" y="2084831"/>
            <a:ext cx="8229" cy="3163824"/>
          </a:xfrm>
          <a:prstGeom prst="rect">
            <a:avLst/>
          </a:prstGeom>
          <a:solidFill>
            <a:srgbClr val="AD4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6966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1558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7661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2253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8356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2948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267712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40864" y="2290572"/>
            <a:ext cx="362652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263140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4,420,724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7584" y="2263140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2.21×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2688336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40864" y="2711196"/>
            <a:ext cx="5697517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83764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69,452,496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7584" y="2683764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34.73×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3108960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40864" y="3131820"/>
            <a:ext cx="231274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04388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2,819,223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7584" y="3104388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1.41×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3529584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Keyhole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40864" y="3552444"/>
            <a:ext cx="1024433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525012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12,487,795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3525012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6.24×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3950208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40864" y="3973068"/>
            <a:ext cx="173049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945636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2,109,472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7584" y="3945636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1.05×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370832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40864" y="4393692"/>
            <a:ext cx="313485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366260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3,821,375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7584" y="4366260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1.91×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4791456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Claws（进行中）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40864" y="4814316"/>
            <a:ext cx="1917709" cy="214884"/>
          </a:xfrm>
          <a:prstGeom prst="roundRect">
            <a:avLst>
              <a:gd name="adj" fmla="val 9000"/>
            </a:avLst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4786884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≥23,376,797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7584" y="4786884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≥11.69×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50008" y="5404104"/>
            <a:ext cx="804672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横轴单位：百万 tokens（M）；红线 = 2M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824728"/>
            <a:ext cx="11256264" cy="393192"/>
          </a:xfrm>
          <a:prstGeom prst="roundRect">
            <a:avLst>
              <a:gd name="adj" fmla="val 9000"/>
            </a:avLst>
          </a:prstGeom>
          <a:solidFill>
            <a:srgbClr val="F7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" y="5907024"/>
            <a:ext cx="108813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7/7 已启动运行均有超预算记录 → 不报告为“严格 2M 下的成功率 / 失败率”。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其余 5 项：自主求解未开始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已有环境、工程控制器或 adapter 短测，不等于已完成 GPT-6 求解试验。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73936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1256" y="1929384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965960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929384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已有工程穿环 demo；没有独立 solver 运行记录。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697479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1256" y="2715768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752344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715768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adapter 已接入；CUDA / IPC 等启动问题仍待解决。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46704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83864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91256" y="3502152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6976" y="3538728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502152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adapter 有 101 步短测，尚无自主求解 episode。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33087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270248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91256" y="4288536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4325112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288536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长运行属于工程参考执行，尚未测试 solver。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19472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056632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91256" y="5074920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6976" y="5111496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074920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v1–v10 属于工程控制器试验，尚未测试 solver。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07608"/>
            <a:ext cx="109728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正式实验前：同协议参考解通过 → 干净会话 → 外部硬计量 → 冻结条件与重复试验。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问题一：每个收录变体需要怎样的可解性证据？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待判断：可复现的成功执行见证是否足够？是否需要更强证明或稳定性重复实验？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几何层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存在满足几何约束的路径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不自动保证机器人能跟随。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运动学层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机器人可达、限位与碰撞满足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不自动保证真实动力学执行。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执行层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相同评测协议下完整执行通过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支持指定配置下的可解见证。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36008"/>
            <a:ext cx="11265408" cy="1170432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818888"/>
            <a:ext cx="10799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建议声明范围：最终收录的实例集合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358384"/>
            <a:ext cx="1079906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每个实例绑定私有参考动作与验收记录；不必让 GPT-6 重新盲解每个候选，也不必证明整个连续参数域。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89904"/>
            <a:ext cx="10972800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一次成功证明指定条件下“存在一条解”；“稳定可解”需要额外的数值或扰动验证。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当前阶段：先建立验收闭环，再 sweep 收录集合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目标是只收录经过验证的实例，同时保留失败候选、拒绝原因与家族分布。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已知解与场景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联合构造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几何与 IK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逐例检查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同一协议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完整物理执行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验收通过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才收录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先做首批有限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冻结各族成功基准；实现生成、验证、拒绝与有限重采，再扩大规模。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8536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声明要与覆盖范围一致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全体可解声明需要逐例证据。只做抽查，就只报告抽查结论。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7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7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保留评测的独立性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7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生成端私有参考解；solver 仅使用允许观测。按家族/父模板划分数据。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6044184"/>
            <a:ext cx="1097280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6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请 reviewer 确认：逐实例成功见证 + 明示稳定性验证，是否足以支持 paper 的可解性声明？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问题二：直接 GPT-6 session 的测试方法合理吗？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当前方法评估使用图像、代码与数值工具的长程机器人交互求解。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73936"/>
            <a:ext cx="3200400" cy="32644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984248"/>
            <a:ext cx="274320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公开输入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697480"/>
            <a:ext cx="2706624" cy="17922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任务目标与规则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多视角 RGB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机器人本体状态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动作接口与相机标定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773936"/>
            <a:ext cx="4123944" cy="3264408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984248"/>
            <a:ext cx="3584448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自动执行闭环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633472"/>
            <a:ext cx="3621024" cy="20939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Observe / 看图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规划 / 写动作脚本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Submit / 物理执行 / 再观察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773936"/>
            <a:ext cx="3566160" cy="32644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3099816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规则与结果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97480"/>
            <a:ext cx="3054096" cy="17922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单一连续 episode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不重置、不回滚、不改环境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不读已有解法 / 私有状态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Evaluator 判定成功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9240"/>
            <a:ext cx="10972800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本地文件队列或 HTTP bridge；manual 仅指计量模式，动作不需要人逐段批准。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88736"/>
            <a:ext cx="11265408" cy="384048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61888"/>
            <a:ext cx="10908792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6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 2M 没有外部实时硬限制；工具与资料边界主要依赖提示词约定。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正式 benchmark 前，需要 reviewer 评估的四项条件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现有这批适合作为探索性 pilot；更强的论文结论需要补齐以下条件。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1051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199339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信息与会话独立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5117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新会话 + 干净任务包 / 容器；固定允许的机器人信息、标定和工具。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现状：部分任务沿用有旧上下文的同一聊天。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81051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95681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9339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真实 2M 硬预算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5117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外部采集原生 usage，调用前预留额度，动作前核验；明确报告计量范围。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24612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现状：7 次运行均已记录超预算，只有事后或临时核对。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5935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9304" y="414223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同协议可解见证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0001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参考控制器通过同一初态、辅助抓持、动作接口、终态与失败规则。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9496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现状：工程 demo 与 solver 初态及抓持条件存在差异。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95935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410565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14223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冻结条件与重复试验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70001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固定模型、工具、观测、网络、实例和 evaluator；分层报告失败类型。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539496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现状：少量试验，版本、抓持条件和物理后端不完全一致。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6291072"/>
            <a:ext cx="8503920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"/>
              </a:rPr>
              <a:t>完整周报与 73 个多视角 MP4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TopoGym 周报 | 2026-09-19</dc:title>
  <dc:subject>任务进展、GPT-6 Astra 2M 目标预算测试、reviewer 讨论</dc:subject>
  <dc:creator>TopoGym</dc:creator>
  <cp:keywords>TopoGym, robotics, weekly report, GPT-6 Astra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